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Dạ em chào anh chị. Em là Jarvis, trợ lý họp của UrBox. Hôm nay em tự trình bày về chính mình: UrBox Meeting Copilot. Điều em muốn anh chị nhớ nhất là: em hỗ trợ ngay trong lúc đang họp, không chỉ ghi chép sau buổi họp. Em sẽ đi qua những điểm khác biệt, hai tình huống dùng thực tế là họp với khách và phỏng vấn, cách em hoạt động về kỹ thuật, rồi đến phần demo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họp hiện có nhiều công cụ tốt, như Gemini trong Google Meet, Otter hay Fireflies: chép lời, tóm tắt, liệt kê việc cần làm sau buổi họp. Nhưng lúc cần trợ giúp nhất lại xảy ra ngay giữa buổi: khách hỏi một điều đội BD chưa nắm, ứng viên nhắc tới một kỹ thuật mà người phỏng vấn muốn hỏi sâu hơn, buổi này nói khác điều đã chốt ở buổi trước, hay họp trực tiếp đông người mà biên bản không rõ ai nói gì. Những lúc đó cần dữ liệu riêng của UrBox, và cần ngay.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có năm điểm khác so với các công cụ ghi chú họp phổ biến. Một, khi khách hỏi, em gợi ý câu trả lời ngay, lấy từ tài liệu và các buổi họp trước của UrBox, có dấu nguồn, trên một bảng riêng chỉ đội mình thấy. Đây là tính năng em ưu tiên nhất. Hai, khi phỏng vấn, em là trợ lý riêng của người phỏng vấn. Ba, em nhận ra người nói bằng mẫu giọng, kể cả khi họp trực tiếp. Bốn, em nhớ xuyên các cuộc họp. Năm, em nói tiếng Việt và dữ liệu nằm trên hạ tầng của UrBox. Còn chép lời, biên bản là phần cơ bản, em để ở cuối.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Tình huống đầu tiên, cũng là tính năng em ưu tiên nhất: họp với khách. Khách hỏi: phí tích hợp API bao nhiêu, có khác lần trước không? Chỉ vài giây sau, trên bảng riêng của đội BD đã có gợi ý: năm triệu đồng, thu một lần, lấy từ bảng giá. Em còn ghi chú: buổi ngày hai tháng mười, đội mình đã báo bốn triệu, nên giải thích phần chênh lệch. Đội BD trả lời được ngay, kể cả khi chưa nắm câu đó, và biết thông tin lấy từ đâu.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cách hoạt động: em chỉ xét câu của người được đánh dấu là khách, bỏ qua lời chào và câu xác nhận. Em tìm trong tài liệu của nhóm như bảng giá, hồ sơ năng lực, và trong biên bản, lời nói của các buổi trước. Rồi em viết gợi ý ngắn, có dấu nguồn, kèm ghi chú cho đội và mức độ chắc chắn. Cần thông tin bên ngoài thì đội bấm tra thêm trên mạng. Việc tìm kiếm chạy ngay trên server, không cần cơ sở dữ liệu vector. Mỗi câu gợi ý tốn khoảng hai trăm năm mươi đồng.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Tình huống thứ hai là phỏng vấn. Ứng viên kể đã xử lý sự cố mất message bằng outbox pattern. Người phỏng vấn gõ vào bảng riêng: gợi ý ba câu hỏi khai thác sâu. Em trả lời ngay ba câu bám theo tiêu chí trong mô tả công việc, như cách phát hiện sự cố và cách thiết kế chống ghi trùng. Gặp thuật ngữ chưa rõ, người phỏng vấn hỏi em, em giải thích và tra thêm trên mạng có nguồn. Khi ứng viên hỏi về chế độ làm việc, em trả lời theo mô tả công việc. Tính năng này dùng được ngay cho các buổi tuyển dụng của team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nhận ra người nói. Với mỗi câu nói, em tính một vector giọng gồm một trăm chín mươi hai con số, chạy ngay trên server, rồi so với hồ sơ giọng nói của công ty. Khớp thì em hiện đúng tên, kèm số câu và thời lượng nói của từng người. Người lần đầu tham gia sẽ hiện là người nói mới; khi họ tự giới thiệu hoặc được gọi tên, em đoán tên và gắn vào, chưa chắc thì em hỏi lại. Nếu người đó đồng ý, em lưu mẫu giọng, từ buổi sau em tự nhận ra. Đo trên hai cuộc họp thật nội bộ, em gán đúng người nói chín mươi bảy và chín mươi tám phần trăm số câu.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thời gian thực, em đưa số đo thực tế. Chữ hiện ngay khi đang nói. Tính vector giọng chỉ mất khoảng không phẩy mười một giây cho mỗi giây âm thanh. Gợi ý trả lời khi khách hỏi mất từ bốn đến tám giây. Bốn câu hỏi cùng lúc xong trong bảy đến chín giây vì chạy song song. Tra thêm trên mạng mất mười lăm đến hai mươi lăm giây. Mỗi câu gợi ý tốn khoảng hai trăm năm mươi đồng. Các số này đo với dữ liệu mẫu, sẽ thay đổi theo mạng và tải.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này dành cho anh chị bên kỹ thuật. Âm thanh đến từ mic trên trình duyệt khi họp trực tiếp, hoặc từ bot Google Meet với mỗi người một luồng riêng, gửi qua WebSocket tới một server FastAPI chạy Docker trên Render. Server tự tách người nói, tính vector giọng và tìm kiếm tài liệu. Chép lời dùng Soniox, phần AI dùng Claude Sonnet năm phẩy năm qua API của công ty, dữ liệu lưu ở MongoDB Atlas của UrBox. Nhà cung cấp AI đổi được, ví dụ sang Gemini. Mã nguồn có ba trăm bảy mươi sáu bài kiểm thử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nhớ xuyên các cuộc họp trong cùng một nhóm. Khi lập biên bản, em so với những điều nhóm đã chốt ở tối đa mười hai buổi trước: quyết định, con số, hạn chót, người phụ trách. Nếu buổi này nói khác, ví dụ ngày phát hành voucher là hai mươi tháng mười hai trong khi buổi trước đã chốt mười lăm, em ghi rõ trong biên bản kèm buổi họp nào. Em không ngắt lời trong lúc họp, chỉ ghi lại để mọi người xem xét.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lúc họp, anh chị gọi em bằng tiếng Việt như gọi một đồng nghiệp: Jarvis ơi, tóm tắt các quyết định từ đầu buổi, hay liệt kê việc cần làm và người phụ trách. Em trả lời bằng giọng nói ngay, vừa làm vừa báo em đang làm gì. Em tra được thông tin trên mạng và dữ liệu nội bộ qua chuẩn MCP. Hiện phần Jira đang dùng dữ liệu mẫu; nối Jira thật là bước tiếp theo, cần sự hỗ trợ của team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còn lại là những tính năng cơ bản, giống các công cụ khác: chép lời, tóm tắt, biên bản Word, việc cần làm, bot vào Google Meet theo lịch, lưu Google Drive. Ngoài ra em có vài tiện ích bổ sung: soạn slide, dựng dashboard, vẽ sơ đồ tư duy bằng một câu nói, và mở tệp PowerPoint để tự trình bày, như chính bộ slide anh chị đang xem. Đây không phải trọng tâm, nhưng có sẵn khi cần.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dữ liệu, em liệt kê rõ những gì gửi ra ngoài: âm thanh tới Soniox để chép lời, nội dung cần AI xử lý tới Anthropic, âm thanh Google Meet qua Recall và được xóa sau một giờ, biên bản lưu ở Google Drive của chính người dùng. Chỉ tài khoản Google của công ty đăng nhập được, mỗi cuộc họp chỉ người tạo và thành viên nhóm xem được. Ghi âm và mẫu giọng chỉ lưu khi có đồng ý. Em đề xuất các anh chị review luồng dữ liệu này trước khi mở rộng.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Hiện bản web đã chạy, có ba trăm bảy mươi sáu bài kiểm thử, chế độ BD và phỏng vấn đã thử với AI thật. Những phần chưa kiểm chứng gồm lưu Google Drive, lịch và bot Google Meet với tài khoản thật, độ chính xác nhận giọng trên nhiều cuộc họp hơn, và khi nhiều phòng họp chạy cùng lúc. Em đề xuất thử ở team Engineering và team BD bằng các cuộc họp thật. Từ team Engineering, em cần ba việc: review bảo mật và hạ tầng, hỗ trợ nối Jira thật, và cho em thử ở các buổi sprint review và phỏng vấn tuyển dụng.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trình bày của em đến đây là hết. Bây giờ em mời anh Phúc demo trực tiếp, theo đúng thứ tự ưu tiên: họp với khách trước, rồi phỏng vấn, nhận ra người nói, cuối cùng là tóm tắt và biên bản. Em cảm ơn anh chị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UrBox Meeting Copilot</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Trợ lý AI hỗ trợ ngay trong lúc họp</a:t>
            </a:r>
          </a:p>
          <a:p>
            <a:r>
              <a:rPr sz="1400"/>
              <a:t>Gợi ý trả lời khách, gợi ý câu hỏi phỏng vấn, biết ai đang nói</a:t>
            </a:r>
          </a:p>
        </p:txBody>
      </p:sp>
      <p:pic>
        <p:nvPicPr>
          <p:cNvPr id="4" name="Picture 3" descr="UrBox Meeting Copilot: Trợ lý AI hỗ trợ ngay trong lúc họp; Gợi ý trả lời khách, gợi ý câu hỏi phỏng vấn, biết ai đang nói"/>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Ghi chú sau buổi họp đã có nhiều công cụ. Lúc cần trợ giúp nhất lại là trong buổi họp</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Công cụ ghi chú: chép lời, tóm tắt sau buổi họp</a:t>
            </a:r>
          </a:p>
          <a:p>
            <a:r>
              <a:rPr sz="1400"/>
              <a:t>Thiếu: trợ giúp ngay trong buổi họp</a:t>
            </a:r>
          </a:p>
          <a:p>
            <a:r>
              <a:rPr sz="1400"/>
              <a:t>Khách hỏi điều BD chưa nắm</a:t>
            </a:r>
          </a:p>
          <a:p>
            <a:r>
              <a:rPr sz="1400"/>
              <a:t>Ứng viên nói thuật ngữ lạ</a:t>
            </a:r>
          </a:p>
          <a:p>
            <a:r>
              <a:rPr sz="1400"/>
              <a:t>Nói khác điều đã chốt</a:t>
            </a:r>
          </a:p>
          <a:p>
            <a:r>
              <a:rPr sz="1400"/>
              <a:t>Họp trực tiếp không rõ ai nói</a:t>
            </a:r>
          </a:p>
        </p:txBody>
      </p:sp>
      <p:pic>
        <p:nvPicPr>
          <p:cNvPr id="4" name="Picture 3" descr="Ghi chú sau buổi họp đã có nhiều công cụ. Lúc cần trợ giúp nhất lại là trong buổi họp: Công cụ ghi chú: chép lời, tóm tắt sau buổi họp; Thiếu: trợ giúp ngay trong buổi họp; Khách hỏi điều BD chưa nắm; Ứng viên nói thuật ngữ lạ; Nói khác điều đã chốt; Họp trực tiếp không rõ ai nói"/>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điểm khác so với các công cụ ghi chú họp phổ biến</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Gợi ý trả lời ngay khi khách hỏi, từ tài liệu và buổi họp trước</a:t>
            </a:r>
          </a:p>
          <a:p>
            <a:r>
              <a:rPr sz="1400"/>
              <a:t>Trợ lý riêng khi phỏng vấn</a:t>
            </a:r>
          </a:p>
          <a:p>
            <a:r>
              <a:rPr sz="1400"/>
              <a:t>Nhận ra người nói bằng mẫu giọng</a:t>
            </a:r>
          </a:p>
          <a:p>
            <a:r>
              <a:rPr sz="1400"/>
              <a:t>Nhớ xuyên các cuộc họp</a:t>
            </a:r>
          </a:p>
          <a:p>
            <a:r>
              <a:rPr sz="1400"/>
              <a:t>Tiếng Việt, dữ liệu trên hạ tầng UrBox</a:t>
            </a:r>
          </a:p>
        </p:txBody>
      </p:sp>
      <p:pic>
        <p:nvPicPr>
          <p:cNvPr id="4" name="Picture 3" descr="5 điểm khác so với các công cụ ghi chú họp phổ biến: Gợi ý trả lời ngay khi khách hỏi, từ tài liệu và buổi họp trước; Trợ lý riêng khi phỏng vấn; Nhận ra người nói bằng mẫu giọng; Nhớ xuyên các cuộc họp; Tiếng Việt, dữ liệu trên hạ tầng UrBox"/>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Khách hỏi điều BD chưa nắm: vài giây sau đã có gợi ý trả lời, kèm nguồn</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Khách hỏi: phí tích hợp API bao nhiêu</a:t>
            </a:r>
          </a:p>
          <a:p>
            <a:r>
              <a:rPr sz="1400"/>
              <a:t>Sau 4-8 giây: gợi ý 5.000.000đ, nguồn bảng giá</a:t>
            </a:r>
          </a:p>
          <a:p>
            <a:r>
              <a:rPr sz="1400"/>
              <a:t>Ghi chú: buổi trước đã báo 4.000.000đ</a:t>
            </a:r>
          </a:p>
          <a:p>
            <a:r>
              <a:rPr sz="1400"/>
              <a:t>BD trả lời ngay, có nguồn</a:t>
            </a:r>
          </a:p>
        </p:txBody>
      </p:sp>
      <p:pic>
        <p:nvPicPr>
          <p:cNvPr id="4" name="Picture 3" descr="Khách hỏi điều BD chưa nắm: vài giây sau đã có gợi ý trả lời, kèm nguồn: Khách hỏi: phí tích hợp API bao nhiêu; Sau 4-8 giây: gợi ý 5.000.000đ, nguồn bảng giá; Ghi chú: buổi trước đã báo 4.000.000đ; BD trả lời ngay, có nguồ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trả lời chỉ lấy từ nguồn của UrBox, và chỉ đội mình thấy</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Nhận ra câu hỏi của khách</a:t>
            </a:r>
          </a:p>
          <a:p>
            <a:r>
              <a:rPr sz="1400"/>
              <a:t>Tìm trong tài liệu nhóm và các buổi trước</a:t>
            </a:r>
          </a:p>
          <a:p>
            <a:r>
              <a:rPr sz="1400"/>
              <a:t>Viết gợi ý có nguồn</a:t>
            </a:r>
          </a:p>
          <a:p>
            <a:r>
              <a:rPr sz="1400"/>
              <a:t>Tra thêm trên mạng khi bấm</a:t>
            </a:r>
          </a:p>
          <a:p>
            <a:r>
              <a:rPr sz="1400"/>
              <a:t>Chủ nhóm hỏi trên toàn bộ cuộc họp</a:t>
            </a:r>
          </a:p>
          <a:p>
            <a:r>
              <a:rPr sz="1400"/>
              <a:t>Khoảng 250đ mỗi câu gợi ý</a:t>
            </a:r>
          </a:p>
        </p:txBody>
      </p:sp>
      <p:pic>
        <p:nvPicPr>
          <p:cNvPr id="4" name="Picture 3" descr="Câu trả lời chỉ lấy từ nguồn của UrBox, và chỉ đội mình thấy: Nhận ra câu hỏi của khách; Tìm trong tài liệu nhóm và các buổi trước; Viết gợi ý có nguồn; Tra thêm trên mạng khi bấm; Chủ nhóm hỏi trên toàn bộ cuộc họp; Khoảng 250đ mỗi câu gợi ý"/>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Phỏng vấn: gợi ý câu hỏi đào sâu và giải thích thuật ngữ ngay trong buổi</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Gợi ý câu hỏi đào sâu theo JD</a:t>
            </a:r>
          </a:p>
          <a:p>
            <a:r>
              <a:rPr sz="1400"/>
              <a:t>Giải thích thuật ngữ, tra thêm trên mạng</a:t>
            </a:r>
          </a:p>
          <a:p>
            <a:r>
              <a:rPr sz="1400"/>
              <a:t>Trả lời câu hỏi của ứng viên theo JD</a:t>
            </a:r>
          </a:p>
          <a:p>
            <a:r>
              <a:rPr sz="1400"/>
              <a:t>4 câu song song trong 7-9 giây</a:t>
            </a:r>
          </a:p>
        </p:txBody>
      </p:sp>
      <p:pic>
        <p:nvPicPr>
          <p:cNvPr id="4" name="Picture 3" descr="Phỏng vấn: gợi ý câu hỏi đào sâu và giải thích thuật ngữ ngay trong buổi: Gợi ý câu hỏi đào sâu theo JD; Giải thích thuật ngữ, tra thêm trên mạng; Trả lời câu hỏi của ứng viên theo JD; 4 câu song song trong 7-9 giâ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Biết ai đang nói nhờ mẫu giọng, kể cả người lần đầu tham gia</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Mỗi câu nói tính vector giọng 192 số</a:t>
            </a:r>
          </a:p>
          <a:p>
            <a:r>
              <a:rPr sz="1400"/>
              <a:t>So với hồ sơ giọng nói toàn công ty</a:t>
            </a:r>
          </a:p>
          <a:p>
            <a:r>
              <a:rPr sz="1400"/>
              <a:t>Khớp thì hiện đúng tên</a:t>
            </a:r>
          </a:p>
          <a:p>
            <a:r>
              <a:rPr sz="1400"/>
              <a:t>Người mới: AI đoán tên, lưu mẫu giọng khi đồng ý</a:t>
            </a:r>
          </a:p>
          <a:p>
            <a:r>
              <a:rPr sz="1400"/>
              <a:t>97% và 98% câu gán đúng người</a:t>
            </a:r>
          </a:p>
          <a:p>
            <a:r>
              <a:rPr sz="1400"/>
              <a:t>Chỉ lưu vector, không lưu âm thanh</a:t>
            </a:r>
          </a:p>
        </p:txBody>
      </p:sp>
      <p:pic>
        <p:nvPicPr>
          <p:cNvPr id="4" name="Picture 3" descr="Biết ai đang nói nhờ mẫu giọng, kể cả người lần đầu tham gia: Mỗi câu nói tính vector giọng 192 số; So với hồ sơ giọng nói toàn công ty; Khớp thì hiện đúng tên; Người mới: AI đoán tên, lưu mẫu giọng khi đồng ý; 97% và 98% câu gán đúng người; Chỉ lưu vector, không lưu âm thanh"/>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Mọi thứ chạy trong lúc họp: số đo thực tế</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Chữ hiện theo thời gian thực</a:t>
            </a:r>
          </a:p>
          <a:p>
            <a:r>
              <a:rPr sz="1400"/>
              <a:t>Vector giọng 0,11 giây cho mỗi giây âm thanh</a:t>
            </a:r>
          </a:p>
          <a:p>
            <a:r>
              <a:rPr sz="1400"/>
              <a:t>Gợi ý trả lời 4-8 giây</a:t>
            </a:r>
          </a:p>
          <a:p>
            <a:r>
              <a:rPr sz="1400"/>
              <a:t>4 câu song song 7-9 giây</a:t>
            </a:r>
          </a:p>
          <a:p>
            <a:r>
              <a:rPr sz="1400"/>
              <a:t>Tra thêm trên mạng 15-25 giây</a:t>
            </a:r>
          </a:p>
          <a:p>
            <a:r>
              <a:rPr sz="1400"/>
              <a:t>Khoảng 250đ mỗi câu gợi ý</a:t>
            </a:r>
          </a:p>
        </p:txBody>
      </p:sp>
      <p:pic>
        <p:nvPicPr>
          <p:cNvPr id="4" name="Picture 3" descr="Mọi thứ chạy trong lúc họp: số đo thực tế: Chữ hiện theo thời gian thực; Vector giọng 0,11 giây cho mỗi giây âm thanh; Gợi ý trả lời 4-8 giây; 4 câu song song 7-9 giây; Tra thêm trên mạng 15-25 giây; Khoảng 250đ mỗi câu gợi ý"/>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Kiến trúc gọn: một server, dịch vụ AI qua API, dữ liệu ở Atlas của UrBox</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Mic trình duyệt và bot Google Meet qua WebSocket</a:t>
            </a:r>
          </a:p>
          <a:p>
            <a:r>
              <a:rPr sz="1400"/>
              <a:t>Server FastAPI, Docker trên Render</a:t>
            </a:r>
          </a:p>
          <a:p>
            <a:r>
              <a:rPr sz="1400"/>
              <a:t>Soniox, Claude Sonnet 5.5, MongoDB Atlas, Google Drive</a:t>
            </a:r>
          </a:p>
          <a:p>
            <a:r>
              <a:rPr sz="1400"/>
              <a:t>Dữ liệu nội bộ qua MCP</a:t>
            </a:r>
          </a:p>
          <a:p>
            <a:r>
              <a:rPr sz="1400"/>
              <a:t>376 test tự động</a:t>
            </a:r>
          </a:p>
        </p:txBody>
      </p:sp>
      <p:pic>
        <p:nvPicPr>
          <p:cNvPr id="4" name="Picture 3" descr="Kiến trúc gọn: một server, dịch vụ AI qua API, dữ liệu ở Atlas của UrBox: Mic trình duyệt và bot Google Meet qua WebSocket; Server FastAPI, Docker trên Render; Soniox, Claude Sonnet 5.5, MongoDB Atlas, Google Drive; Dữ liệu nội bộ qua MCP; 376 test tự độ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Biên bản tự nhắc khi buổi này nói khác điều đã chốt ở buổi trước</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Biên bản nhắc điều nói khác buổi trước</a:t>
            </a:r>
          </a:p>
          <a:p>
            <a:r>
              <a:rPr sz="1400"/>
              <a:t>So với 12 buổi gần nhất của nhóm</a:t>
            </a:r>
          </a:p>
          <a:p>
            <a:r>
              <a:rPr sz="1400"/>
              <a:t>Chỉ ghi vào biên bản</a:t>
            </a:r>
          </a:p>
          <a:p>
            <a:r>
              <a:rPr sz="1400"/>
              <a:t>Chủ nhóm hỏi trên toàn bộ cuộc họp</a:t>
            </a:r>
          </a:p>
        </p:txBody>
      </p:sp>
      <p:pic>
        <p:nvPicPr>
          <p:cNvPr id="4" name="Picture 3" descr="Biên bản tự nhắc khi buổi này nói khác điều đã chốt ở buổi trước: Biên bản nhắc điều nói khác buổi trước; So với 12 buổi gần nhất của nhóm; Chỉ ghi vào biên bản; Chủ nhóm hỏi trên toàn bộ cuộc họp"/>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Gọi trợ lý bằng giọng nói tiếng Việt, tra cứu ngay trong buổi họp</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Gọi Jarvis bằng giọng nói tiếng Việt</a:t>
            </a:r>
          </a:p>
          <a:p>
            <a:r>
              <a:rPr sz="1400"/>
              <a:t>Tóm tắt, liệt kê việc cần làm</a:t>
            </a:r>
          </a:p>
          <a:p>
            <a:r>
              <a:rPr sz="1400"/>
              <a:t>Tra cứu Jira qua MCP</a:t>
            </a:r>
          </a:p>
          <a:p>
            <a:r>
              <a:rPr sz="1400"/>
              <a:t>Tra cứu trên mạng</a:t>
            </a:r>
          </a:p>
        </p:txBody>
      </p:sp>
      <p:pic>
        <p:nvPicPr>
          <p:cNvPr id="4" name="Picture 3" descr="Gọi trợ lý bằng giọng nói tiếng Việt, tra cứu ngay trong buổi họp: Gọi Jarvis bằng giọng nói tiếng Việt; Tóm tắt, liệt kê việc cần làm; Tra cứu Jira qua MCP; Tra cứu trên mạ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Phần cơ bản giống các công cụ khác, kèm vài tiện ích bổ sung</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Cơ bản: chép lời, tóm tắt, biên bản, bot Google Meet, lưu Drive</a:t>
            </a:r>
          </a:p>
          <a:p>
            <a:r>
              <a:rPr sz="1400"/>
              <a:t>Tiện ích: slide, dashboard, sơ đồ tư duy, tự trình bày tệp</a:t>
            </a:r>
          </a:p>
        </p:txBody>
      </p:sp>
      <p:pic>
        <p:nvPicPr>
          <p:cNvPr id="4" name="Picture 3" descr="Phần cơ bản giống các công cụ khác, kèm vài tiện ích bổ sung: Cơ bản: chép lời, tóm tắt, biên bản, bot Google Meet, lưu Drive; Tiện ích: slide, dashboard, sơ đồ tư duy, tự trình bày tệp"/>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Biết rõ dữ liệu đi đâu, ai xem được</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Gửi ra ngoài: Soniox, Anthropic, Recall, Google</a:t>
            </a:r>
          </a:p>
          <a:p>
            <a:r>
              <a:rPr sz="1400"/>
              <a:t>Chỉ tài khoản @urbox.vn</a:t>
            </a:r>
          </a:p>
          <a:p>
            <a:r>
              <a:rPr sz="1400"/>
              <a:t>Ghi âm và mẫu giọng cần đồng ý</a:t>
            </a:r>
          </a:p>
          <a:p>
            <a:r>
              <a:rPr sz="1400"/>
              <a:t>Bảng BD không lên màn hình chung</a:t>
            </a:r>
          </a:p>
        </p:txBody>
      </p:sp>
      <p:pic>
        <p:nvPicPr>
          <p:cNvPr id="4" name="Picture 3" descr="Biết rõ dữ liệu đi đâu, ai xem được: Gửi ra ngoài: Soniox, Anthropic, Recall, Google; Chỉ tài khoản @urbox.vn; Ghi âm và mẫu giọng cần đồng ý; Bảng BD không lên màn hình chu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Đề xuất: thử ở team Engineering và team BD bằng cuộc họp thật</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Đã chạy: bản web, 376 test, BD và phỏng vấn</a:t>
            </a:r>
          </a:p>
          <a:p>
            <a:r>
              <a:rPr sz="1400"/>
              <a:t>Chưa kiểm chứng: Drive, Lịch, bot Meet thật</a:t>
            </a:r>
          </a:p>
          <a:p>
            <a:r>
              <a:rPr sz="1400"/>
              <a:t>Cần từ Engineering: review bảo mật, nối Jira, thử ở sprint review và phỏng vấn</a:t>
            </a:r>
          </a:p>
        </p:txBody>
      </p:sp>
      <p:pic>
        <p:nvPicPr>
          <p:cNvPr id="4" name="Picture 3" descr="Đề xuất: thử ở team Engineering và team BD bằng cuộc họp thật: Đã chạy: bản web, 376 test, BD và phỏng vấn; Chưa kiểm chứng: Drive, Lịch, bot Meet thật; Cần từ Engineering: review bảo mật, nối Jira, thử ở sprint review và phỏng vấ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trực tiếp</a:t>
            </a:r>
          </a:p>
        </p:txBody>
      </p:sp>
      <p:sp>
        <p:nvSpPr>
          <p:cNvPr id="3" name="TextBox 2"/>
          <p:cNvSpPr txBox="1"/>
          <p:nvPr/>
        </p:nvSpPr>
        <p:spPr>
          <a:xfrm>
            <a:off x="600000" y="1500000"/>
            <a:ext cx="10900000" cy="4500000"/>
          </a:xfrm>
          <a:prstGeom prst="rect">
            <a:avLst/>
          </a:prstGeom>
          <a:noFill/>
        </p:spPr>
        <p:txBody>
          <a:bodyPr wrap="square">
            <a:spAutoFit/>
          </a:bodyPr>
          <a:lstStyle/>
          <a:p>
            <a:r>
              <a:rPr sz="1400"/>
              <a:t>Demo: họp với khách</a:t>
            </a:r>
          </a:p>
          <a:p>
            <a:r>
              <a:rPr sz="1400"/>
              <a:t>Demo: phỏng vấn</a:t>
            </a:r>
          </a:p>
          <a:p>
            <a:r>
              <a:rPr sz="1400"/>
              <a:t>Demo: nhận ra người nói</a:t>
            </a:r>
          </a:p>
          <a:p>
            <a:r>
              <a:rPr sz="1400"/>
              <a:t>Demo: tóm tắt và biên bản</a:t>
            </a:r>
          </a:p>
          <a:p>
            <a:r>
              <a:rPr sz="1400"/>
              <a:t>Hỏi đáp</a:t>
            </a:r>
          </a:p>
        </p:txBody>
      </p:sp>
      <p:pic>
        <p:nvPicPr>
          <p:cNvPr id="4" name="Picture 3" descr="Demo trực tiếp: Demo: họp với khách; Demo: phỏng vấn; Demo: nhận ra người nói; Demo: tóm tắt và biên bản; Hỏi đáp"/>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UrBox Meeting Copilot - Demo</dc:title>
  <dc:subject/>
  <dc:creator>phuc.bh@urbox.vn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